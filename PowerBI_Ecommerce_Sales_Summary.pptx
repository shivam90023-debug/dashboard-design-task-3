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SHIVAM E-COMMERCE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Summary</a:t>
            </a:r>
          </a:p>
          <a:p>
            <a:r>
              <a:t>By: Shivam Surya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To analyze e-commerce sales performance across states, categories, customers, and payment modes using Power BI.</a:t>
            </a:r>
          </a:p>
          <a:p/>
          <a:p>
            <a:r>
              <a:t>Key Metrics:</a:t>
            </a:r>
          </a:p>
          <a:p>
            <a:r>
              <a:t>• Total Profit: 37K</a:t>
            </a:r>
          </a:p>
          <a:p>
            <a:r>
              <a:t>• Total Sales Amount: 438K</a:t>
            </a:r>
          </a:p>
          <a:p>
            <a:r>
              <a:t>• Total Quantity Sold: 5615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by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Insights:</a:t>
            </a:r>
          </a:p>
          <a:p>
            <a:r>
              <a:t>• Top-performing states contribute majorly to total revenue.</a:t>
            </a:r>
          </a:p>
          <a:p>
            <a:r>
              <a:t>• Maharashtra and Uttar Pradesh show the highest sales amounts.</a:t>
            </a:r>
          </a:p>
          <a:p/>
          <a:p>
            <a:r>
              <a:t>Conclusion:</a:t>
            </a:r>
          </a:p>
          <a:p>
            <a:r>
              <a:t>Focus marketing and stock efforts in high-performing states to maximize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Category-wise Sales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 of Quantity by Category:</a:t>
            </a:r>
          </a:p>
          <a:p>
            <a:r>
              <a:t>• Clothing: 63%</a:t>
            </a:r>
          </a:p>
          <a:p>
            <a:r>
              <a:t>• Electronics: 21%</a:t>
            </a:r>
          </a:p>
          <a:p>
            <a:r>
              <a:t>• Furniture: 17%</a:t>
            </a:r>
          </a:p>
          <a:p/>
          <a:p>
            <a:r>
              <a:t>Insight:</a:t>
            </a:r>
          </a:p>
          <a:p>
            <a:r>
              <a:t>Clothing dominates total sales quantity, suggesting high customer demand in the fashion segment.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Mode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 of Quantity by Payment Mode:</a:t>
            </a:r>
          </a:p>
          <a:p>
            <a:r>
              <a:t>• COD: 44%</a:t>
            </a:r>
          </a:p>
          <a:p>
            <a:r>
              <a:t>• UPI: 21%</a:t>
            </a:r>
          </a:p>
          <a:p>
            <a:r>
              <a:t>• Credit Card: 12%</a:t>
            </a:r>
          </a:p>
          <a:p>
            <a:r>
              <a:t>• Debit Card: 13%</a:t>
            </a:r>
          </a:p>
          <a:p>
            <a:r>
              <a:t>• EMI: 10%</a:t>
            </a:r>
          </a:p>
          <a:p/>
          <a:p>
            <a:r>
              <a:t>Insight:</a:t>
            </a:r>
          </a:p>
          <a:p>
            <a:r>
              <a:t>Cash on Delivery (COD) is the most preferred payment mode, followed by UPI.</a:t>
            </a:r>
          </a:p>
          <a:p>
            <a:r>
              <a:t>Increasing digital payment offers could shift more customers towards online modes.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&amp; Sub-Category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Customers:</a:t>
            </a:r>
          </a:p>
          <a:p>
            <a:r>
              <a:t>• Major customers like Yash, Manohar, and Soni contribute significantly to total revenue.</a:t>
            </a:r>
          </a:p>
          <a:p/>
          <a:p>
            <a:r>
              <a:t>Profit by Sub-Category:</a:t>
            </a:r>
          </a:p>
          <a:p>
            <a:r>
              <a:t>• Printers generate the highest profit, followed by Bookcases and Accessories.</a:t>
            </a:r>
          </a:p>
          <a:p/>
          <a:p>
            <a:r>
              <a:t>Action Point:</a:t>
            </a:r>
          </a:p>
          <a:p>
            <a:r>
              <a:t>Promote high-profit sub-categories and offer loyalty rewards to top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Profit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Insight:</a:t>
            </a:r>
          </a:p>
          <a:p>
            <a:r>
              <a:t>• Profits fluctuate throughout the year with major spikes in March and December.</a:t>
            </a:r>
          </a:p>
          <a:p>
            <a:r>
              <a:t>• Seasonal promotions and festive sales drive higher profits.</a:t>
            </a:r>
          </a:p>
          <a:p/>
          <a:p>
            <a:r>
              <a:t>Recommendation:</a:t>
            </a:r>
          </a:p>
          <a:p>
            <a:r>
              <a:t>Plan marketing campaigns around these peak months to maximize sales.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Insights:</a:t>
            </a:r>
          </a:p>
          <a:p>
            <a:r>
              <a:t>• Clothing is the top-selling category.</a:t>
            </a:r>
          </a:p>
          <a:p>
            <a:r>
              <a:t>• COD dominates payment preferences.</a:t>
            </a:r>
          </a:p>
          <a:p>
            <a:r>
              <a:t>• Profit peaks in December and March.</a:t>
            </a:r>
          </a:p>
          <a:p>
            <a:r>
              <a:t>• Maharashtra leads in sales performance.</a:t>
            </a:r>
          </a:p>
          <a:p/>
          <a:p>
            <a:r>
              <a:t>Recommendations:</a:t>
            </a:r>
          </a:p>
          <a:p>
            <a:r>
              <a:t>1. Increase focus on high-profit sub-categories.</a:t>
            </a:r>
          </a:p>
          <a:p>
            <a:r>
              <a:t>2. Promote online payment offers.</a:t>
            </a:r>
          </a:p>
          <a:p>
            <a:r>
              <a:t>3. Boost marketing during high-profit months.</a:t>
            </a:r>
          </a:p>
          <a:p>
            <a:r>
              <a:t>4. Maintain strong stock levels in top states.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